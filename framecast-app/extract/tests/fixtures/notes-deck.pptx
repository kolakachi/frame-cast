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B4DB32-C84C-4FC0-B64A-F779F66F9E7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 agencies lose a day a week to client reporting.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Ask the room how long theirs takes.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Three months of Pro for the price of two, until December 31 &amp; no card needed.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97A0FB-DA0D-4AEB-B436-B3781B3186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17E599-C62D-401E-8BE3-86C7C926E8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38EFBF-3461-4533-A4A2-3329E9F143D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Reporting eats your week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Meet Agency Pro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months for the price of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LibreOffice/25.2.3.2$Linux_AARCH64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